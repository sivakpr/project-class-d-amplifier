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4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6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07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374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17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2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05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19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6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06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6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45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112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202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412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00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786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6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380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5787" y="102704"/>
            <a:ext cx="8915399" cy="2262781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AUDIO AMPLIFIER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2657" y="4101518"/>
            <a:ext cx="4931534" cy="2113751"/>
          </a:xfrm>
        </p:spPr>
        <p:txBody>
          <a:bodyPr>
            <a:noAutofit/>
          </a:bodyPr>
          <a:lstStyle/>
          <a:p>
            <a:r>
              <a:rPr lang="en-US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Mentor: </a:t>
            </a:r>
          </a:p>
          <a:p>
            <a:pPr algn="r"/>
            <a:r>
              <a:rPr lang="en-IN" sz="18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Mr.R.Varun</a:t>
            </a:r>
            <a:r>
              <a:rPr lang="en-IN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Prakash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BE, ME, (PhD</a:t>
            </a:r>
            <a:r>
              <a:rPr lang="en-IN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by: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Sivabalan  R ( II ECE-B)</a:t>
            </a:r>
          </a:p>
          <a:p>
            <a:pPr algn="just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Abinesh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  A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II ECE-B)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32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087" y="795130"/>
            <a:ext cx="4055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AIM: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13182" y="1563757"/>
            <a:ext cx="110788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high-efficiency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audio amplifier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delivering optimal power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output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audio applications.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087" y="3313043"/>
            <a:ext cx="4770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3182" y="3958560"/>
            <a:ext cx="104029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efficient power amplification using PWM control, with minimal heat dissipation and clear audio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13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064" y="239797"/>
            <a:ext cx="8911687" cy="1280890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Diagram:</a:t>
            </a: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25" y="1012763"/>
            <a:ext cx="11298183" cy="5768376"/>
          </a:xfrm>
        </p:spPr>
      </p:pic>
      <p:sp>
        <p:nvSpPr>
          <p:cNvPr id="5" name="AutoShape 2" descr="White Screen | Whitescreen.dev"/>
          <p:cNvSpPr>
            <a:spLocks noChangeAspect="1" noChangeArrowheads="1"/>
          </p:cNvSpPr>
          <p:nvPr/>
        </p:nvSpPr>
        <p:spPr bwMode="auto">
          <a:xfrm>
            <a:off x="-304800" y="169758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044" y="5819513"/>
            <a:ext cx="1616764" cy="90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28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3826" y="424068"/>
            <a:ext cx="7726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components: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9931" y="1139686"/>
            <a:ext cx="5115338" cy="5025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(1)    IR2110 IC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(2)    NE555 Timer IC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(3)    LM7812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(4)    LM7805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(5)    LM358 (OP-AMP)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(6)    IRF640 MOSFET’s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(7)    10K Trim POT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(8)    UF4007 Diode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(9)    26 </a:t>
            </a:r>
            <a:r>
              <a:rPr lang="en-US" dirty="0" err="1" smtClean="0"/>
              <a:t>uH</a:t>
            </a:r>
            <a:r>
              <a:rPr lang="en-US" dirty="0" smtClean="0"/>
              <a:t> Inductor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(10)  Screw terminal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(11)  Capacitors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(12)  Resistors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20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540" y="238539"/>
            <a:ext cx="6334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: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74644" y="850251"/>
            <a:ext cx="1231127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Regulated 5V and 12V supplies are provided by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7805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7812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regulators to power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circuit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Oscillator (NE555)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a stable frequency pulse wave that controls the switching in the amplifier.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Signal Processing (LM358)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audio input is converted into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PWM signal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comparing it with a reference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 in the op-amp.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PWM Frequency (&gt;250kHz)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PWM signal is at a high frequency for smooth switching of MOSFETs.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MOSFET Driver (IR2110)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Drives high-side and low-side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MOSFETs (IRF640)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switching based on the PWM signal.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MOSFET Switching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MOSFETs rapidly turn on and off, modulating the power to the speaker.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LC Filter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LC circuit (26μH inductor)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the PWM signal back to analog form before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outputting it to the speaker.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Diodes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D3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protect the MOSFETs from voltage spikes.</a:t>
            </a:r>
          </a:p>
        </p:txBody>
      </p:sp>
    </p:spTree>
    <p:extLst>
      <p:ext uri="{BB962C8B-B14F-4D97-AF65-F5344CB8AC3E}">
        <p14:creationId xmlns:p14="http://schemas.microsoft.com/office/powerpoint/2010/main" val="90427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043" y="519244"/>
            <a:ext cx="568518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APPLICATION’s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26435" y="1483392"/>
            <a:ext cx="1229801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100" b="1" dirty="0" smtClean="0"/>
              <a:t>Audio </a:t>
            </a:r>
            <a:r>
              <a:rPr lang="en-US" sz="2100" b="1" dirty="0"/>
              <a:t>Amplification</a:t>
            </a:r>
            <a:r>
              <a:rPr lang="en-US" sz="2100" dirty="0"/>
              <a:t>: </a:t>
            </a:r>
            <a:r>
              <a:rPr lang="en-US" sz="2100" dirty="0" smtClean="0"/>
              <a:t>  Used </a:t>
            </a:r>
            <a:r>
              <a:rPr lang="en-US" sz="2100" dirty="0"/>
              <a:t>in home theaters, car audio systems, and portable </a:t>
            </a:r>
            <a:endParaRPr lang="en-US" sz="21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/>
              <a:t>	</a:t>
            </a:r>
            <a:r>
              <a:rPr lang="en-US" sz="2100" dirty="0" smtClean="0"/>
              <a:t>		    speakers </a:t>
            </a:r>
            <a:r>
              <a:rPr lang="en-US" sz="2100" dirty="0"/>
              <a:t>for </a:t>
            </a:r>
            <a:r>
              <a:rPr lang="en-US" sz="2100" dirty="0" smtClean="0"/>
              <a:t>efficient </a:t>
            </a:r>
            <a:r>
              <a:rPr lang="en-US" sz="2100" dirty="0"/>
              <a:t>sound amplification.</a:t>
            </a:r>
            <a:endParaRPr kumimoji="0" lang="en-US" altLang="en-US" sz="2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Address Systems</a:t>
            </a:r>
            <a:r>
              <a:rPr kumimoji="0" lang="en-US" alt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Used in amplifiers for large-scale sound systems where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		    </a:t>
            </a:r>
            <a:r>
              <a:rPr kumimoji="0" lang="en-US" alt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is crucial.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Subwoofers </a:t>
            </a:r>
            <a:r>
              <a:rPr kumimoji="0" lang="en-US" alt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 		    Commonly used to drive subwoofers, delivering high power without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		    </a:t>
            </a:r>
            <a:r>
              <a:rPr kumimoji="0" lang="en-US" alt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excess heat generation.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043" y="3577185"/>
            <a:ext cx="3631096" cy="4924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FEATURE’s</a:t>
            </a:r>
            <a:endParaRPr lang="en-IN" sz="2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126435" y="4372056"/>
            <a:ext cx="1285460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Output Power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Capable of delivering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30W for 4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ohm speaker &amp; more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en-US" alt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supply input.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Distortion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Proper filtering ensures clean audio output with minimal distortion.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high efficiency allows for smaller heat sinks and compact design.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97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5146" y="2080590"/>
            <a:ext cx="62947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76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373</TotalTime>
  <Words>437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Ion</vt:lpstr>
      <vt:lpstr>AUDIO AMPLIFIER</vt:lpstr>
      <vt:lpstr>PowerPoint Presentation</vt:lpstr>
      <vt:lpstr>Circuit Diagram: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AMPLIFIER</dc:title>
  <dc:creator>Sivabalan R</dc:creator>
  <cp:lastModifiedBy>Sivabalan R</cp:lastModifiedBy>
  <cp:revision>19</cp:revision>
  <dcterms:created xsi:type="dcterms:W3CDTF">2024-09-20T10:40:23Z</dcterms:created>
  <dcterms:modified xsi:type="dcterms:W3CDTF">2024-09-21T09:14:43Z</dcterms:modified>
</cp:coreProperties>
</file>